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57200"/>
            <a:ext cx="2011680" cy="2011680"/>
          </a:xfrm>
          <a:prstGeom prst="ellipse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920240"/>
            <a:ext cx="1005840" cy="100584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2743200"/>
            <a:ext cx="1371600" cy="1371600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PIZZA STORE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AADCE6"/>
                </a:solidFill>
                <a:latin typeface="Aptos"/>
              </a:defRPr>
            </a:pPr>
            <a:r>
              <a:t>MySQL Database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834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Presented by: Dhana Lakshmi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D2DCEB"/>
                </a:solidFill>
                <a:latin typeface="Aptos"/>
              </a:defRPr>
            </a:pPr>
            <a:r>
              <a:t>Database design • SQL queries • Sales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A relational database solution for day-to-day pizza store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828800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Store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Manage chefs, categories, pizzas, and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18288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105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Order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Record customer orders and the items in each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18288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Business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Calculate sales, popular pizzas, and stock levels.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Built with MySQL 8.0+ and relational tables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Uses primary keys and foreign keys to connect data</a:t>
            </a:r>
          </a:p>
          <a:p>
            <a:pPr>
              <a:spcAft>
                <a:spcPts val="14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•  Includes 30 practice/reporting queries and a sales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What the project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 Organize pizza, chef, category, customer, and order data</a:t>
            </a:r>
          </a:p>
          <a:p>
            <a:pPr>
              <a:spcAft>
                <a:spcPts val="14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 Maintain accurate pizza prices and stock quantities</a:t>
            </a:r>
          </a:p>
          <a:p>
            <a:pPr>
              <a:spcAft>
                <a:spcPts val="14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 Connect customers to orders and orders to pizza items</a:t>
            </a:r>
          </a:p>
          <a:p>
            <a:pPr>
              <a:spcAft>
                <a:spcPts val="14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 Generate sales summaries and identify best-selling pizzas</a:t>
            </a:r>
          </a:p>
          <a:p>
            <a:pPr>
              <a:spcAft>
                <a:spcPts val="1400"/>
              </a:spcAft>
              <a:defRPr sz="2200">
                <a:solidFill>
                  <a:srgbClr val="232D3C"/>
                </a:solidFill>
                <a:latin typeface="Aptos"/>
              </a:defRPr>
            </a:pPr>
            <a:r>
              <a:t>•  Practice SQL concepts used in database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Database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Six core tables from the ER diagram, plus an optional payments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143000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CHEFS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chef_id (PK), chef_name,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0876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508760"/>
            <a:ext cx="73152" cy="11430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67335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1671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category_id (PK), category_name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50876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508760"/>
            <a:ext cx="73152" cy="11430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67335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PIZZAS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1671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pizza_id (PK), pizza_name, price, stock_quantity, chef_id (FK), category_id (FK)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73152" cy="1143000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363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630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customer_id (PK), name, email, phone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97180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2971800"/>
            <a:ext cx="73152" cy="11430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31363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630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order_id (PK), order_date, customer_id (FK)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97180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2971800"/>
            <a:ext cx="73152" cy="11430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31363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ORDER_DETAILS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630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detail_id (PK), order_id (FK), pizza_id (FK), quantity_ordered, price_at_time_of_order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457200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4572000"/>
            <a:ext cx="73152" cy="1143000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47365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PAYMENTS (optional)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52303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payment_id (PK), order_id (FK), payment_date, amount, payment_method, payment_status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ER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One-to-many relationships connect the database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  <a:latin typeface="Aptos"/>
              </a:defRPr>
            </a:pPr>
            <a:r>
              <a:t>•  CHEFS  1 → N  PIZZAS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  <a:latin typeface="Aptos"/>
              </a:defRPr>
            </a:pPr>
            <a:r>
              <a:t>•  CATEGORIES  1 → N  PIZZAS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  <a:latin typeface="Aptos"/>
              </a:defRPr>
            </a:pPr>
            <a:r>
              <a:t>•  CUSTOMERS  1 → N  ORDERS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  <a:latin typeface="Aptos"/>
              </a:defRPr>
            </a:pPr>
            <a:r>
              <a:t>•  ORDERS  1 → N  ORDER_DETAILS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  <a:latin typeface="Aptos"/>
              </a:defRPr>
            </a:pPr>
            <a:r>
              <a:t>•  PIZZAS  1 → N  ORDER_DETAILS</a:t>
            </a:r>
          </a:p>
          <a:p>
            <a:pPr>
              <a:spcAft>
                <a:spcPts val="1400"/>
              </a:spcAft>
              <a:defRPr sz="2100">
                <a:solidFill>
                  <a:srgbClr val="232D3C"/>
                </a:solidFill>
                <a:latin typeface="Aptos"/>
              </a:defRPr>
            </a:pPr>
            <a:r>
              <a:t>•  ORDERS  1 → 1  PAYMENTS (when order_id is UNIQUE)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Entity Relationship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Conceptual view of entities, keys, and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6</a:t>
            </a:r>
          </a:p>
        </p:txBody>
      </p:sp>
      <p:pic>
        <p:nvPicPr>
          <p:cNvPr id="6" name="Picture 5" descr="a_clean_flat_vector_diagram_erd_image_on_a_w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89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SQL Concepts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Core SQL features demonstrated in the 30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508760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SELECT /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Retrieve and filter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00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00200"/>
            <a:ext cx="73152" cy="150876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7" y="17647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JOIN / LEFT 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258568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Combine related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002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73152" cy="15087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7647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GROUP BY / HAVING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258568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Summarize and filter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73152" cy="1508760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2219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ORDER BY /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15968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Sort results and restrict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6576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657600"/>
            <a:ext cx="73152" cy="150876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7" y="382219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Aggregates / Subqueries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4315968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COUNT, SUM, AVG, MIN, MAX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576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73152" cy="15087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82219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UPDATE /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315968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Modify data and save a reporting 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Example SQL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Examples from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828800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7335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Filter by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SELECT pizza_name, price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FROM pizzas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WHERE price &gt; 250;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8288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7335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Calculate total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6712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SELECT SUM(quantity_ordered * price_at_time_of_order)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AS total_sales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FROM order_details;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73152" cy="18288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221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Count pizzas by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1596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SELECT category_id, COUNT(*)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FROM pizzas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GROUP BY category_id;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73152" cy="1828800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Sort by 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SELECT pizza_name, price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FROM pizzas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ORDER BY price ASC;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Sales Reporting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A reusable virtual table for order-level item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View name: pizza_sales_report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Shows order ID and date, customer name, pizza name, quantity, unit price, and line total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Line total = quantity_ordered × price_at_time_of_order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Run SELECT * FROM pizza_sales_report; to view the report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•  Use the report to review sales records and compare pizza demand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Store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How the database supports a typical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73152" cy="713232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627632"/>
            <a:ext cx="9875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1.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121408"/>
            <a:ext cx="9875519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Customer details are stored in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77440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377440"/>
            <a:ext cx="73152" cy="713232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542032"/>
            <a:ext cx="9875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2.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35808"/>
            <a:ext cx="9875519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A new record is created in ORDERS.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40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291840"/>
            <a:ext cx="73152" cy="713232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9875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3.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950208"/>
            <a:ext cx="9875519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Each pizza and quantity is stored in ORDER_DETAILS.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06240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73152" cy="713232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370831"/>
            <a:ext cx="9875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4. Stock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864607"/>
            <a:ext cx="9875519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Stock can be reduced when an order is accepted.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120640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120640"/>
            <a:ext cx="73152" cy="713232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285231"/>
            <a:ext cx="9875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5.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779007"/>
            <a:ext cx="9875519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SQL queries calculate order totals and sales.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C52"/>
                </a:solidFill>
                <a:latin typeface="Aptos"/>
              </a:defRPr>
            </a:pPr>
            <a:r>
              <a:t>Benefits and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387"/>
                </a:solidFill>
                <a:latin typeface="Aptos"/>
              </a:defRPr>
            </a:pPr>
            <a:r>
              <a:t>Current capabilities and possible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7"/>
                </a:solidFill>
                <a:latin typeface="Aptos"/>
              </a:defRPr>
            </a:pPr>
            <a:r>
              <a:t>PIZZA STORE MANAGEMENT SYSTEM  •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41148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190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Structured, related data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Faster searching and reporting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Stock visibility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Reusable sales view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SQL learning and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73152" cy="41148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C52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12848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Add payments and refunds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Add order status and delivery details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Add constraints and indexes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Build a Python front end</a:t>
            </a:r>
          </a:p>
          <a:p>
            <a:pPr>
              <a:spcAft>
                <a:spcPts val="800"/>
              </a:spcAft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Create a Power BI sales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FFFFFF"/>
                </a:solidFill>
                <a:latin typeface="Aptos"/>
              </a:defRPr>
            </a:pPr>
            <a:r>
              <a:t>The Pizza Store Management System demonstrates how MySQL can organize store data, connect orders with customers and pizzas, track stock, and produce sales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572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AADCE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